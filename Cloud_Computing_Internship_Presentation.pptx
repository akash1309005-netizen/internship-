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822960" cy="68580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822960" cy="68580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0" y="0"/>
            <a:ext cx="822960" cy="68580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731520"/>
            <a:ext cx="8321040" cy="5303520"/>
          </a:xfrm>
          <a:prstGeom prst="roundRect">
            <a:avLst/>
          </a:prstGeom>
          <a:solidFill>
            <a:srgbClr val="122340"/>
          </a:solidFill>
          <a:ln>
            <a:solidFill>
              <a:srgbClr val="37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34B2C6"/>
                </a:solidFill>
                <a:latin typeface="Aptos"/>
              </a:rPr>
              <a:t>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28800"/>
            <a:ext cx="713232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CLOUD
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794760"/>
            <a:ext cx="7223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2E1F5"/>
                </a:solidFill>
                <a:latin typeface="Aptos"/>
              </a:rPr>
              <a:t>Concepts • Architecture • Services • Security •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709160"/>
            <a:ext cx="5943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Presented by: Surya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102352"/>
            <a:ext cx="7406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D2E1F5"/>
                </a:solidFill>
                <a:latin typeface="Aptos"/>
              </a:rPr>
              <a:t>B.Tech Information Technology  |  UCE – BIT Campus, Tiruchirappalli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486400"/>
            <a:ext cx="7406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D2E1F5"/>
                </a:solidFill>
                <a:latin typeface="Aptos"/>
              </a:rPr>
              <a:t>Internship: Fantasy Solution  •  01–30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685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34B2C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44168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Aptos"/>
              </a:rPr>
              <a:t>Introduction &amp; evolution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1892807"/>
            <a:ext cx="914400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258568"/>
            <a:ext cx="685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34B2C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76856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Aptos"/>
              </a:rPr>
              <a:t>Core characteristics and architecture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2825496"/>
            <a:ext cx="914400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191256"/>
            <a:ext cx="685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34B2C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9544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Aptos"/>
              </a:rPr>
              <a:t>Service and deployment models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5920" y="3758184"/>
            <a:ext cx="914400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123944"/>
            <a:ext cx="685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34B2C6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42231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Aptos"/>
              </a:rPr>
              <a:t>Benefits, challenges and security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5920" y="4690872"/>
            <a:ext cx="914400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5056632"/>
            <a:ext cx="685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34B2C6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74920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Aptos"/>
              </a:rPr>
              <a:t>Platforms, use cases and project workflow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45920" y="5623560"/>
            <a:ext cx="914400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What Is Cloud Computing?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0704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83444"/>
                </a:solidFill>
                <a:latin typeface="Aptos"/>
              </a:rPr>
              <a:t>Cloud computing is the delivery of computing resources—such as servers, storage, databases, networking and software—over the internet, usually on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3429000" cy="22402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73152" cy="224028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7063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On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72968"/>
            <a:ext cx="306324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Use resources when they are needed, without buying and maintaining all the hardware yourself.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06040"/>
            <a:ext cx="3429000" cy="22402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606040"/>
            <a:ext cx="73152" cy="224028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77063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Internet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172968"/>
            <a:ext cx="306324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Access applications and data from connected devices and locations.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606040"/>
            <a:ext cx="3429000" cy="22402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606040"/>
            <a:ext cx="73152" cy="224028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77063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Measured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172968"/>
            <a:ext cx="306324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Many services charge according to consumption, subscription or a chosen service tier.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F6E80"/>
                </a:solidFill>
                <a:latin typeface="Aptos"/>
              </a:rPr>
              <a:t>Example: a team stores files in cloud storage and collaborates without running its own storage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Evolution of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554480"/>
            <a:ext cx="1143000" cy="1143000"/>
          </a:xfrm>
          <a:prstGeom prst="ellipse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810512"/>
            <a:ext cx="996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1960s–70s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240280"/>
            <a:ext cx="9235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Mainframe time-sharing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283444"/>
                </a:solidFill>
                <a:latin typeface="Aptos"/>
              </a:rPr>
              <a:t>Shared computing resources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121408"/>
            <a:ext cx="667512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383280" y="1554480"/>
            <a:ext cx="1143000" cy="1143000"/>
          </a:xfrm>
          <a:prstGeom prst="ellipse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10512"/>
            <a:ext cx="996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1990s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240280"/>
            <a:ext cx="9235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Internet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971800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283444"/>
                </a:solidFill>
                <a:latin typeface="Aptos"/>
              </a:rPr>
              <a:t>Web-based services expand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2121408"/>
            <a:ext cx="667512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669280" y="1554480"/>
            <a:ext cx="1143000" cy="1143000"/>
          </a:xfrm>
          <a:prstGeom prst="ellipse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1810512"/>
            <a:ext cx="996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2000s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2240280"/>
            <a:ext cx="9235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Virtualization &amp; cloud 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971800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283444"/>
                </a:solidFill>
                <a:latin typeface="Aptos"/>
              </a:rPr>
              <a:t>On-demand infrastructure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2121408"/>
            <a:ext cx="667512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55279" y="1554480"/>
            <a:ext cx="1143000" cy="1143000"/>
          </a:xfrm>
          <a:prstGeom prst="ellipse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1810512"/>
            <a:ext cx="996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2010s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7" y="2240280"/>
            <a:ext cx="9235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Containers &amp; serverless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971800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283444"/>
                </a:solidFill>
                <a:latin typeface="Aptos"/>
              </a:rPr>
              <a:t>Faster deployment and automation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0" y="2121408"/>
            <a:ext cx="667512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241280" y="1554480"/>
            <a:ext cx="1143000" cy="1143000"/>
          </a:xfrm>
          <a:prstGeom prst="ellipse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1810512"/>
            <a:ext cx="996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51007" y="2240280"/>
            <a:ext cx="9235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Hybrid, edge &amp; AI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971800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283444"/>
                </a:solidFill>
                <a:latin typeface="Aptos"/>
              </a:rPr>
              <a:t>Distributed, data-driven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754880"/>
            <a:ext cx="103327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22340"/>
                </a:solidFill>
                <a:latin typeface="Aptos"/>
              </a:rPr>
              <a:t>Cloud computing evolved from shared mainframes to flexible global platforms that support modern apps, analytics and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Key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9184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169164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047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On-demand self-service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7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Provision resources through a portal or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29184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73152" cy="169164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9047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Broad network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892807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Reach services over standard networks and devices.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29184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73152" cy="169164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49047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Resource pooling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892807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Provider resources serve multiple customers with isolation.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3657600"/>
            <a:ext cx="329184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0" y="3657600"/>
            <a:ext cx="73152" cy="169164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1488" y="3822191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Rapid elasticity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224528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Scale capacity up or down as demand changes.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57600"/>
            <a:ext cx="329184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73152" cy="169164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3822191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Measured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224528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Monitor usage for cost, capacity and accountability.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High-Level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1031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105156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84248"/>
            <a:ext cx="1737360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Laptop • phone • 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17320"/>
            <a:ext cx="21031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73152" cy="105156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58191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984248"/>
            <a:ext cx="1737360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Internet / VPN /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21031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73152" cy="105156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58191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Cloud front 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984248"/>
            <a:ext cx="1737360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Portal • gateway • load balancer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417320"/>
            <a:ext cx="283464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1417320"/>
            <a:ext cx="73152" cy="105156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1581912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Cloud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1984248"/>
            <a:ext cx="2468880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Apps • compute • storage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97480" y="1938528"/>
            <a:ext cx="594360" cy="0"/>
          </a:xfrm>
          <a:prstGeom prst="line">
            <a:avLst/>
          </a:prstGeom>
          <a:ln w="25400">
            <a:solidFill>
              <a:srgbClr val="23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94960" y="1938528"/>
            <a:ext cx="594360" cy="0"/>
          </a:xfrm>
          <a:prstGeom prst="line">
            <a:avLst/>
          </a:prstGeom>
          <a:ln w="25400">
            <a:solidFill>
              <a:srgbClr val="23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92440" y="1938528"/>
            <a:ext cx="594360" cy="0"/>
          </a:xfrm>
          <a:prstGeom prst="line">
            <a:avLst/>
          </a:prstGeom>
          <a:ln w="25400">
            <a:solidFill>
              <a:srgbClr val="236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297180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22340"/>
                </a:solidFill>
                <a:latin typeface="Aptos"/>
              </a:rPr>
              <a:t>Provider-managed infrastructure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657600"/>
            <a:ext cx="26060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822191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Compute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224528"/>
            <a:ext cx="22402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VMs, containers, functions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3657600"/>
            <a:ext cx="26060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60" y="3657600"/>
            <a:ext cx="73152" cy="150876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67328" y="3822191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7328" y="4224528"/>
            <a:ext cx="22402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Objects, files, blocks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657600"/>
            <a:ext cx="26060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3657600"/>
            <a:ext cx="73152" cy="150876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3822191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Data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7688" y="4224528"/>
            <a:ext cx="22402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Databases,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3657600"/>
            <a:ext cx="26060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26880" y="3657600"/>
            <a:ext cx="73152" cy="150876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8048" y="3822191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8048" y="4224528"/>
            <a:ext cx="22402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Identity, monitoring, billing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5F6E80"/>
                </a:solidFill>
                <a:latin typeface="Aptos"/>
              </a:rPr>
              <a:t>Security, governance, networking and resilience apply across every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Cloud Service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520440" cy="347472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47472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IaaS — Infrastructure as a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3154680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Provides virtual machines, networks and storage.
Customer manages: OS, applications and data.
Example: virtual server hosting.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47472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347472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819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PaaS — Platform as a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84248"/>
            <a:ext cx="3154680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Provides a managed environment to build and deploy apps.
Customer focuses on: code and application data.
Example: managed app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3520440" cy="347472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417320"/>
            <a:ext cx="73152" cy="347472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5819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SaaS — Software as a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984248"/>
            <a:ext cx="3154680" cy="2788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Complete software accessed through a browser or app.
Provider manages most of the stack.
Example: web email or online office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607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22340"/>
                </a:solidFill>
                <a:latin typeface="Aptos"/>
              </a:rPr>
              <a:t>Simple comparison: IaaS = rent infrastructure • PaaS = rent a development platform • SaaS = use finished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Cloud Deployment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6002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Public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84248"/>
            <a:ext cx="4846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Provider-operated services shared securely across customers; highly scalable.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16002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8191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Private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84248"/>
            <a:ext cx="4846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Cloud environment dedicated to one organization; offers greater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521208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73152" cy="16002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59359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Hybrid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95928"/>
            <a:ext cx="4846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Integrates private infrastructure with public cloud services.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21208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73152" cy="160020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59359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Multi-cloud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95928"/>
            <a:ext cx="4846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Uses services from more than one cloud provider.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5F6E80"/>
                </a:solidFill>
                <a:latin typeface="Aptos"/>
              </a:rPr>
              <a:t>The right model depends on security needs, compliance, cost, existing systems and operational skills.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Core Cloud Technologies: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Virtual machines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063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Virtualized servers with configurable CPU, memory and operating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361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Containers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38528"/>
            <a:ext cx="3063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Package applications and dependencies for consistent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2900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361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Serverless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38528"/>
            <a:ext cx="3063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Run event-triggered code without managing servers directly.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Typical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43400"/>
            <a:ext cx="2926080" cy="10972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343400"/>
            <a:ext cx="73152" cy="109728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0799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910328"/>
            <a:ext cx="2560320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User 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0" y="4892040"/>
            <a:ext cx="777240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09160" y="4343400"/>
            <a:ext cx="2926080" cy="10972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4343400"/>
            <a:ext cx="73152" cy="109728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8" y="450799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Compute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4910328"/>
            <a:ext cx="2560320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Run app logic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35240" y="4892040"/>
            <a:ext cx="777240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03920" y="4343400"/>
            <a:ext cx="2926080" cy="10972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4343400"/>
            <a:ext cx="73152" cy="109728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088" y="450799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4910328"/>
            <a:ext cx="2560320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Return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Storage and Database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Object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84248"/>
            <a:ext cx="3063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Best for images, documents, backups and data lakes.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Block / file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84248"/>
            <a:ext cx="3063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Supports virtual machine disks and shared file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Managed databases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84248"/>
            <a:ext cx="3063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Relational SQL or NoSQL databases with managed operations.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Example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2743200" cy="118872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343400"/>
            <a:ext cx="73152" cy="118872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507992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910328"/>
            <a:ext cx="2377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User sends a 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4343400"/>
            <a:ext cx="2743200" cy="118872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4343400"/>
            <a:ext cx="73152" cy="118872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0328" y="4507992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4910328"/>
            <a:ext cx="2377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Object storage keeps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343400"/>
            <a:ext cx="2743200" cy="118872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4343400"/>
            <a:ext cx="73152" cy="118872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6528" y="4507992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Retrieve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910328"/>
            <a:ext cx="2377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App fetches it when needed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566160" y="4937760"/>
            <a:ext cx="1143000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52360" y="4937760"/>
            <a:ext cx="1143000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Cloud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57784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Aptos"/>
              </a:defRPr>
            </a:pPr>
            <a:r>
              <a:t>Virtual networks isolate and organize cloud resources.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Aptos"/>
              </a:defRPr>
            </a:pPr>
            <a:r>
              <a:t>Subnets divide networks into manageable address ranges.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Aptos"/>
              </a:defRPr>
            </a:pPr>
            <a:r>
              <a:t>Firewalls and security groups control allowed traffic.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Aptos"/>
              </a:defRPr>
            </a:pPr>
            <a:r>
              <a:t>Load balancers distribute requests across healthy instances.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Aptos"/>
              </a:defRPr>
            </a:pPr>
            <a:r>
              <a:t>VPNs and private links can connect cloud and on-premises systems.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Aptos"/>
              </a:defRPr>
            </a:pPr>
            <a:r>
              <a:t>DNS maps domain names to service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508760"/>
            <a:ext cx="4206240" cy="7772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508760"/>
            <a:ext cx="73152" cy="77724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673351"/>
            <a:ext cx="38404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Internet /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2075688"/>
            <a:ext cx="3840479" cy="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Incoming requests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06840" y="2286000"/>
            <a:ext cx="0" cy="411480"/>
          </a:xfrm>
          <a:prstGeom prst="line">
            <a:avLst/>
          </a:prstGeom>
          <a:ln w="25400">
            <a:solidFill>
              <a:srgbClr val="34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03720" y="2697480"/>
            <a:ext cx="4206240" cy="7772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2697480"/>
            <a:ext cx="73152" cy="77724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2862072"/>
            <a:ext cx="38404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Load balancer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3264408"/>
            <a:ext cx="3840479" cy="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Routes traffic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06840" y="3474720"/>
            <a:ext cx="0" cy="365760"/>
          </a:xfrm>
          <a:prstGeom prst="line">
            <a:avLst/>
          </a:prstGeom>
          <a:ln w="25400">
            <a:solidFill>
              <a:srgbClr val="34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726679" y="3840480"/>
            <a:ext cx="1280161" cy="228600"/>
          </a:xfrm>
          <a:prstGeom prst="line">
            <a:avLst/>
          </a:prstGeom>
          <a:ln w="25400">
            <a:solidFill>
              <a:srgbClr val="34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06840" y="3840480"/>
            <a:ext cx="1280160" cy="228600"/>
          </a:xfrm>
          <a:prstGeom prst="line">
            <a:avLst/>
          </a:prstGeom>
          <a:ln w="25400">
            <a:solidFill>
              <a:srgbClr val="34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29400" y="4069080"/>
            <a:ext cx="214884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4069080"/>
            <a:ext cx="73152" cy="9144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4233672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22340"/>
                </a:solidFill>
                <a:latin typeface="Aptos"/>
              </a:rPr>
              <a:t>App instance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4636008"/>
            <a:ext cx="1783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83444"/>
                </a:solidFill>
                <a:latin typeface="Aptos"/>
              </a:rPr>
              <a:t>Healthy node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069080"/>
            <a:ext cx="214884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4069080"/>
            <a:ext cx="73152" cy="9144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4233672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22340"/>
                </a:solidFill>
                <a:latin typeface="Aptos"/>
              </a:rPr>
              <a:t>App instance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4636008"/>
            <a:ext cx="1783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83444"/>
                </a:solidFill>
                <a:latin typeface="Aptos"/>
              </a:rPr>
              <a:t>Healthy node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Benefits of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6002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8424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Adjust resources as demand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73152" cy="16002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Cost flexibility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8424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Reduce upfront hardware spending; pay by plan or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417320"/>
            <a:ext cx="73152" cy="16002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5819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98424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Provision environments in minutes rather than weeks.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474720"/>
            <a:ext cx="73152" cy="160020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393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04164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Use redundancy and recovery options to improve uptime.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47472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474720"/>
            <a:ext cx="73152" cy="16002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6393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Collaboration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404164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Share tools and data across teams and locations.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47472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474720"/>
            <a:ext cx="73152" cy="16002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363931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Innovation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404164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Access analytics, AI and managed developer services.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Challenges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047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Cost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7"/>
            <a:ext cx="4846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Unused resources and data transfer can raise bills.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73152" cy="123444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49047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Vendor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892807"/>
            <a:ext cx="4846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Provider-specific services can make migration harder.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39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34639"/>
            <a:ext cx="73152" cy="123444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Connectivity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401568"/>
            <a:ext cx="4846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Some services depend on stable network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39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834639"/>
            <a:ext cx="73152" cy="123444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99923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401568"/>
            <a:ext cx="4846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Data location, retention and access rules must be followed.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343400"/>
            <a:ext cx="73152" cy="123444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50799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Skills &amp;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910328"/>
            <a:ext cx="4846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Teams need training, governance and updated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343400"/>
            <a:ext cx="52120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343400"/>
            <a:ext cx="73152" cy="123444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50799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Shared responsibility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910328"/>
            <a:ext cx="4846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Customer and provider duties must be clearly understood.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Cloud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6070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Security is a shared responsibility: providers secure the cloud infrastructure, while customers secure their configurations, identities, workloads and data according to the service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32917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Identity &amp;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749807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Least privilege, role-based access and multi-factor authentication.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0087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32917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90087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Data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90087"/>
            <a:ext cx="749807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Encryption in transit and at rest; protect and rotate secrets.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32917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48456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Network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48456"/>
            <a:ext cx="749807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Private endpoints, firewalls and segmented networks.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06824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32917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06824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306824"/>
            <a:ext cx="749807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Central logs, alerts, vulnerability scans and audit trails.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65192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32917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65192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65192"/>
            <a:ext cx="749807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Backups, tested restores and documented incident response.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Major Cloud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29260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73152" cy="292608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Amazon Web Services (AWS)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6324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Broad infrastructure and managed service portfolio.
Common areas: compute, storage, databases, networking and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29260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73152" cy="292608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2763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Microsoft Azure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29968"/>
            <a:ext cx="306324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Cloud services integrated with many enterprise and Microsoft environments.
Common areas: application hosting, identity, data and hybrid cloud.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429000" cy="29260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73152" cy="292608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2763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Google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29968"/>
            <a:ext cx="306324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444"/>
                </a:solidFill>
                <a:latin typeface="Aptos"/>
              </a:rPr>
              <a:t>Cloud infrastructure and managed services for applications, data and AI.
Common areas: analytics, containers, machine learning and storage.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984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22340"/>
                </a:solidFill>
                <a:latin typeface="Aptos"/>
              </a:rPr>
              <a:t>Platform choice should be based on workload fit, security, service availability, skills, cost and existing integrations—not brand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6002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Learning platforms, virtual classrooms and shared course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716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371600"/>
            <a:ext cx="73152" cy="16002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5361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3852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Secure data systems, scheduling and approved analytics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371600"/>
            <a:ext cx="73152" cy="16002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5361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Retail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93852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E-commerce, inventory systems and seasonal scaling.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429000"/>
            <a:ext cx="73152" cy="160020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5935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99592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Content delivery, streaming and digital asset storage.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4290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429000"/>
            <a:ext cx="73152" cy="16002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5935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99592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Risk analytics, customer applications and disaster recovery.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4290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429000"/>
            <a:ext cx="73152" cy="16002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359359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Software teams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3995928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CI/CD pipelines, test environments and app hosting.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Example: Cloud-Hosted Student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0574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14300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73351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75688"/>
            <a:ext cx="1691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Browser /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508760"/>
            <a:ext cx="20574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1508760"/>
            <a:ext cx="73152" cy="114300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673351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Web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075688"/>
            <a:ext cx="1691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DNS + load balancer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508760"/>
            <a:ext cx="20574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1508760"/>
            <a:ext cx="73152" cy="114300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7" y="1673351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7" y="2075688"/>
            <a:ext cx="1691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Web/API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508760"/>
            <a:ext cx="20574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508760"/>
            <a:ext cx="73152" cy="114300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673351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075688"/>
            <a:ext cx="1691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Student records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06040" y="2075688"/>
            <a:ext cx="457200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20640" y="2075688"/>
            <a:ext cx="457200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35240" y="2075688"/>
            <a:ext cx="457200" cy="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28800" y="3429000"/>
            <a:ext cx="310896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3429000"/>
            <a:ext cx="73152" cy="132588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9968" y="359359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Object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9968" y="3995928"/>
            <a:ext cx="2743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Documents, notices and uploads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429000"/>
            <a:ext cx="310896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3429000"/>
            <a:ext cx="73152" cy="132588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359359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Monitoring &amp; IAM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3995928"/>
            <a:ext cx="2743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Logs, alerts and controlled access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3657600" y="2651760"/>
            <a:ext cx="2926080" cy="77724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83680" y="2651760"/>
            <a:ext cx="2011680" cy="777240"/>
          </a:xfrm>
          <a:prstGeom prst="line">
            <a:avLst/>
          </a:prstGeom>
          <a:ln w="254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16636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Possible benefits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166360"/>
            <a:ext cx="8321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Centralized access • Easier scaling • Managed backups • Monitoring • Role-based permissions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Typical Cloud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150876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1.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84248"/>
            <a:ext cx="31546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Users, goals, budget and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73152" cy="150876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5819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2.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84248"/>
            <a:ext cx="31546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Choose model, network and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417320"/>
            <a:ext cx="73152" cy="1508760"/>
          </a:xfrm>
          <a:prstGeom prst="rect">
            <a:avLst/>
          </a:prstGeom>
          <a:solidFill>
            <a:srgbClr val="32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5819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3.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1984248"/>
            <a:ext cx="31546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Create resources using console or IaC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7472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474720"/>
            <a:ext cx="73152" cy="1508760"/>
          </a:xfrm>
          <a:prstGeom prst="rect">
            <a:avLst/>
          </a:prstGeom>
          <a:solidFill>
            <a:srgbClr val="E1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6393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4. Secure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41648"/>
            <a:ext cx="31546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Configure IAM, secrets and network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47472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474720"/>
            <a:ext cx="73152" cy="1508760"/>
          </a:xfrm>
          <a:prstGeom prst="rect">
            <a:avLst/>
          </a:prstGeom>
          <a:solidFill>
            <a:srgbClr val="23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6393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5. 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041648"/>
            <a:ext cx="31546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Release app and validate behavior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474720"/>
            <a:ext cx="35204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474720"/>
            <a:ext cx="73152" cy="150876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63931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6. 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041648"/>
            <a:ext cx="3154680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Monitor, back up, optimize and 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5F6E80"/>
                </a:solidFill>
                <a:latin typeface="Aptos"/>
              </a:rPr>
              <a:t>Repeat the cycle: cloud environments should be monitored and improved throughout their lifecycle.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Key Learnings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6766560" cy="43891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Cloud computing delivers IT resources on demand over a network.</a:t>
            </a:r>
          </a:p>
          <a:p>
            <a:pPr>
              <a:spcAft>
                <a:spcPts val="11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IaaS, PaaS and SaaS offer different levels of provider management.</a:t>
            </a:r>
          </a:p>
          <a:p>
            <a:pPr>
              <a:spcAft>
                <a:spcPts val="11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Public, private, hybrid and multi-cloud models address different needs.</a:t>
            </a:r>
          </a:p>
          <a:p>
            <a:pPr>
              <a:spcAft>
                <a:spcPts val="11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Compute, storage, networking, databases and security work together.</a:t>
            </a:r>
          </a:p>
          <a:p>
            <a:pPr>
              <a:spcAft>
                <a:spcPts val="11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Good cloud design balances cost, performance, reliability and compliance.</a:t>
            </a:r>
          </a:p>
          <a:p>
            <a:pPr>
              <a:spcAft>
                <a:spcPts val="1100"/>
              </a:spcAft>
              <a:defRPr sz="1700">
                <a:solidFill>
                  <a:srgbClr val="283444"/>
                </a:solidFill>
                <a:latin typeface="Aptos"/>
              </a:defRPr>
            </a:pPr>
            <a:r>
              <a:t>Continuous monitoring, backups and least-privilege access are essential.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91640"/>
            <a:ext cx="3291840" cy="2468880"/>
          </a:xfrm>
          <a:prstGeom prst="roundRect">
            <a:avLst/>
          </a:prstGeom>
          <a:solidFill>
            <a:srgbClr val="EFF5FC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1691640"/>
            <a:ext cx="73152" cy="2468880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185623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Aptos"/>
              </a:rPr>
              <a:t>Final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8" y="2258568"/>
            <a:ext cx="2926080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Cloud computing is not just moving servers online. It is a way to deliver technology more flexibly—when supported by sound architecture, security and cost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754880"/>
            <a:ext cx="29260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2366BE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4B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References and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366BE"/>
                </a:solidFill>
                <a:latin typeface="Aptos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E80"/>
                </a:solidFill>
                <a:latin typeface="Aptos"/>
              </a:rPr>
              <a:t>CLOUD COMPUTING  | 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366BE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NIST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25880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The NIST Definition of Cloud Computing (SP 800-145)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1828800"/>
            <a:ext cx="1010412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2075688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075688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AWS Cloud Computing Concepts and Documentation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2578608"/>
            <a:ext cx="1010412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825496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Microsoft Azure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25496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Azure Architecture Center and Cloud Concepts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328415"/>
            <a:ext cx="1010412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575304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Google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75304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Google Cloud Architecture Framework and Documentation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4078224"/>
            <a:ext cx="1010412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432511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OWASP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325112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83444"/>
                </a:solidFill>
                <a:latin typeface="Aptos"/>
              </a:rPr>
              <a:t>OWASP Cloud-Native Application Security guidance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4828031"/>
            <a:ext cx="10104120" cy="0"/>
          </a:xfrm>
          <a:prstGeom prst="line">
            <a:avLst/>
          </a:prstGeom>
          <a:ln w="1270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5486400"/>
            <a:ext cx="104241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E80"/>
                </a:solidFill>
                <a:latin typeface="Aptos"/>
              </a:rPr>
              <a:t>Note: This presentation provides a general overview. Specific service names, features and prices can change; consult official documentation for implementation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